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633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09728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109728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09728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109728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0020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60020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60020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1600200"/>
            <a:ext cx="164592" cy="16459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 COMPILER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Compiler for a Subset of 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5943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CSC301A)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Tool: </a:t>
            </a: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(Python Lex-Yacc)  </a:t>
            </a: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Language: </a:t>
            </a: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830" y="3264409"/>
            <a:ext cx="6074228" cy="1483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 Ramaiah University of Applied Sciences, Bengaluru</a:t>
            </a:r>
          </a:p>
          <a:p>
            <a:r>
              <a:rPr lang="en-IN" sz="12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Course Leader: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sz="12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Dr. Hari Krishna S. M</a:t>
            </a:r>
            <a:endParaRPr lang="en-US" sz="1200" i="1" dirty="0">
              <a:solidFill>
                <a:schemeClr val="accent5">
                  <a:lumMod val="20000"/>
                  <a:lumOff val="80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Vatsa(23ETCS002175)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Tanisha Gupta(23ETCS002144)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Tanisha Mukherjee(23ETCS002145)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Sridarsh</a:t>
            </a: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Anand(23ETCS002135)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Compiler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15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source → keyword, ID, literals, operators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115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1755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LALR(1) parser → Abstract Syntax Tree (AST)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614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" y="3401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 + Symbol Table with scope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5176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7614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28032" y="3401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(TAC) output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test_program.mc(one of the test cases)   →   Output: Symbol Table + tac_output.txt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Architecture — 4-Stage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4950" y="1280160"/>
            <a:ext cx="906011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test_program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H="1">
            <a:off x="1408176" y="1668780"/>
            <a:ext cx="23774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9344" y="15544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82497" y="1284690"/>
            <a:ext cx="122848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29174" y="1325880"/>
            <a:ext cx="31198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1787" y="1444752"/>
            <a:ext cx="29772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6286" y="2029968"/>
            <a:ext cx="305275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10981" y="1639418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7013" y="15270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5567" y="1280160"/>
            <a:ext cx="122848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780144" y="1238970"/>
            <a:ext cx="4072016" cy="33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7456" y="1444752"/>
            <a:ext cx="3924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66550" y="2011680"/>
            <a:ext cx="398561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54051" y="1639418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6459" y="1531619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95316" y="1280160"/>
            <a:ext cx="13311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778435" y="1229867"/>
            <a:ext cx="5176845" cy="34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12149" y="1409352"/>
            <a:ext cx="4843131" cy="602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84133" y="2041042"/>
            <a:ext cx="4971147" cy="27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639418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6304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87206" y="1280412"/>
            <a:ext cx="1331164" cy="736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128223" y="1220682"/>
            <a:ext cx="5930177" cy="35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14629" y="1409352"/>
            <a:ext cx="5843771" cy="602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91637" y="2041042"/>
            <a:ext cx="5666763" cy="27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tac_gen.py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-557868" y="2418587"/>
            <a:ext cx="2569548" cy="507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 file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1787" y="2383941"/>
            <a:ext cx="2885813" cy="542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82497" y="2354579"/>
            <a:ext cx="4078223" cy="571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2390" y="2429661"/>
            <a:ext cx="4941450" cy="496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28223" y="2450592"/>
            <a:ext cx="583873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 Table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 Features Supported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with initialisers   |  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single-dimensional arrays   |   Arithmetic: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- * /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Relational: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&gt; &lt;= &gt;= == !=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 while  for  print()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Lexical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Categories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float  if  else  while  for  print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41148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— e.g. x, myVar, list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INT_LIT (42),   FLOAT_LIT (3.14)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41148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 MINUS  TIMES  DIVIDE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38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  GT  LE  GE  EQ  NEQ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50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{ } [ ] ; 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Lexer Sample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325880"/>
            <a:ext cx="393192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 = {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16047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'int': 'INT', 'float': 'FLOAT',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1792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'if': 'IF', 'else': 'ELSE',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83480" y="19796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'while': 'WHILE', 'for': 'FOR',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2167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'print': 'PRINT'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23545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27294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t_LE(t):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2916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r'&lt;='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31043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3291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34792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t_ID(t):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3666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r'[a-zA-Z_][a-zA-Z0-9_]*'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38541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t.type = reserved.get(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4041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t.value, 'ID')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42291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Syntax Analysis &amp; AST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LALR(1) Grammar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with ply.yacc. Each grammar rule is a Python function with BNF in its docstring.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via precedence tuple: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 (highest) → + - → relational → == != (lowest)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576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Dangling-Else 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IFX pseudo-token assigns lower precedence to bare if, binding else to nearest if.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Node Classes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847088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8470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VarDecl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322576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3225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ArrayDecl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98064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7980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273552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2735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49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4224528"/>
            <a:ext cx="1828800" cy="402336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2245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371600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3716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ArrayAccess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1847088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18470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IfElse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322576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3225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2798064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7980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3273552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2735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3749040"/>
            <a:ext cx="1828800" cy="40233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3749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Semantic Analysis &amp; Symbol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Output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Type    Scope  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55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 int     0     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      float   0     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682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    int[]   0     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   int     1      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       int     1      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81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variable use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87452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938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declaration in same scope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487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0368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← float assignment (type mismatch)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035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 must be int 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5204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584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0368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promotion in arithmetic (int + float → float)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8412480" cy="6858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566160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Demo: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3639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bad = y;   →   Semantic Error — Line 6: Cannot assign float expression to int variable 'bad'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3913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tracking: For-loop variable j (scope 1) is invisible outside the loop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Intermediate Representation (TAC)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Three-Address Code Forms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07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1380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expr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4114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01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1801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a + 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21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Write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2221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list[i] = val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4114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42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642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list[i]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08376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63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3063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 goto Lx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114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83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3483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49624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04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31720" y="3904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Lx: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266054"/>
            <a:ext cx="41148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25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4325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TAC Output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330074"/>
            <a:ext cx="393192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1426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15956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1764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(x &lt; 10)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19339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x &lt;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2103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t1 goto L1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22722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2441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26106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7797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x + 1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29489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3118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83480" y="32872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(x &gt; 0)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3456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36255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 = x &gt; 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3794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t3 goto L4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39639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 = x - 1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8348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83480" y="43022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44714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83480" y="46405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L4: </a:t>
            </a:r>
            <a:r>
              <a:rPr lang="en-US" sz="900" dirty="0">
                <a:solidFill>
                  <a:srgbClr val="219B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900" dirty="0">
              <a:solidFill>
                <a:srgbClr val="219BD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TAC Structure for Loops &amp; Conditionals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&lt;evaluate condition&gt;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419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t1 goto L1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025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; then-block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631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843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L1:            ; else-block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44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055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L2:            ; merge point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931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L1:            ; loop start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&lt;evaluate condition&gt;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ifFalse t1 goto L2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414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; loop body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 L1        ; back-edge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L2:            ; exit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Loop: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3886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Desugared to while-equivalent TAC. Init-variable opens its own scope (scope level 1) and is invisible after loop exits.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Results — End-to-End Run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78408"/>
            <a:ext cx="873252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compiler.py test_program.mc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889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(stdout)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788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Type    Scope  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 int     0     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      float   0     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    int[]   0     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      int     1      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27889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(tac_output.txt)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920240"/>
            <a:ext cx="2788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x = 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t1 = x &lt;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615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ifFalse t1 goto L1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print 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goto L2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L1: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t2 = x + 1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788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27889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int bad = y; is uncommented: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6151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Error — Line 6: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9169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assign float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 to int 'bad'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Compilation halted.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stages run cleanly. Type errors are caught before TAC generation. tac_output.txt is written alongside the source file.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Course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1155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tokenisation of all Mini-C constructs with line tracking and invalid-character detection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0136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65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86537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LALR(1) grammar with explicit precedence + dangling-else resolution via IFX pseudo-token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55117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6151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Scope-stack symbol table, type checking, float promotion, array index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41248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300984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336499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TAC with t1/t2/... temps and L1/L2/... labels for all constructs including loops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6966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CO-4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Design compilers applying compiler construction principles — </a:t>
            </a: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front-end stages explicitly implemented
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CO-6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Synthesise, test and validate a compiler — </a:t>
            </a: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tested with valid programs and error cases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1067</Words>
  <Application>Microsoft Office PowerPoint</Application>
  <PresentationFormat>On-screen Show (16:9)</PresentationFormat>
  <Paragraphs>233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Mini-C Compiler</dc:title>
  <dc:subject>PptxGenJS Presentation</dc:subject>
  <dc:creator>PptxGenJS</dc:creator>
  <cp:lastModifiedBy>Tanisha .</cp:lastModifiedBy>
  <cp:revision>2</cp:revision>
  <dcterms:created xsi:type="dcterms:W3CDTF">2026-05-07T10:00:23Z</dcterms:created>
  <dcterms:modified xsi:type="dcterms:W3CDTF">2026-05-12T08:17:01Z</dcterms:modified>
</cp:coreProperties>
</file>